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73" r:id="rId5"/>
    <p:sldId id="274" r:id="rId6"/>
    <p:sldId id="259" r:id="rId7"/>
    <p:sldId id="269" r:id="rId8"/>
    <p:sldId id="270" r:id="rId9"/>
    <p:sldId id="260" r:id="rId10"/>
    <p:sldId id="271" r:id="rId11"/>
    <p:sldId id="272" r:id="rId12"/>
    <p:sldId id="275" r:id="rId13"/>
    <p:sldId id="276" r:id="rId14"/>
    <p:sldId id="261" r:id="rId15"/>
    <p:sldId id="262" r:id="rId16"/>
    <p:sldId id="263" r:id="rId17"/>
    <p:sldId id="268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0E9F06-A2F9-38C6-5B7C-29262005EA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lang="fr-FR" dirty="0"/>
              <a:t>NIJAC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E72AE-BA88-F781-F5C8-F0151F9996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 algn="ctr"/>
            <a:r>
              <a:rPr lang="fr-FR" dirty="0"/>
              <a:t>Nomination Informatisé des Juge Arbitre pour les Championnats</a:t>
            </a:r>
          </a:p>
        </p:txBody>
      </p:sp>
    </p:spTree>
    <p:extLst>
      <p:ext uri="{BB962C8B-B14F-4D97-AF65-F5344CB8AC3E}">
        <p14:creationId xmlns:p14="http://schemas.microsoft.com/office/powerpoint/2010/main" val="3611798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C19F1-4CC6-B777-3F9E-B52C599B5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de connexion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FD7D32C-D8EB-932A-2006-B1943CF5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015" y="753228"/>
            <a:ext cx="922128" cy="1024762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FEA72CE-2FE9-C373-603D-2B07C67CC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734" y="2473355"/>
            <a:ext cx="5439534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564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6ECDA-40C3-3289-8330-1CE954610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menu principal</a:t>
            </a:r>
          </a:p>
        </p:txBody>
      </p:sp>
      <p:pic>
        <p:nvPicPr>
          <p:cNvPr id="1026" name="Picture 2" descr="Arbitre">
            <a:extLst>
              <a:ext uri="{FF2B5EF4-FFF2-40B4-BE49-F238E27FC236}">
                <a16:creationId xmlns:a16="http://schemas.microsoft.com/office/drawing/2014/main" id="{B52DDEEE-A2C6-6603-3B64-0F11D4E4A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145" y="789591"/>
            <a:ext cx="1053561" cy="104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A1CA9A5-89E7-4365-AF94-B9A6B1CB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119" y="2191554"/>
            <a:ext cx="9374026" cy="451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6ECDA-40C3-3289-8330-1CE954610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menu principal</a:t>
            </a:r>
          </a:p>
        </p:txBody>
      </p:sp>
      <p:pic>
        <p:nvPicPr>
          <p:cNvPr id="1026" name="Picture 2" descr="Arbitre">
            <a:extLst>
              <a:ext uri="{FF2B5EF4-FFF2-40B4-BE49-F238E27FC236}">
                <a16:creationId xmlns:a16="http://schemas.microsoft.com/office/drawing/2014/main" id="{B52DDEEE-A2C6-6603-3B64-0F11D4E4A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145" y="789591"/>
            <a:ext cx="1053561" cy="104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A1CA9A5-89E7-4365-AF94-B9A6B1CB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119" y="2191554"/>
            <a:ext cx="9374026" cy="45112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2B2B8-DD58-A0F7-C540-C7F6D5779A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2258" y="3429000"/>
            <a:ext cx="768774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60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6ECDA-40C3-3289-8330-1CE954610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menu principal</a:t>
            </a:r>
          </a:p>
        </p:txBody>
      </p:sp>
      <p:pic>
        <p:nvPicPr>
          <p:cNvPr id="1026" name="Picture 2" descr="Arbitre">
            <a:extLst>
              <a:ext uri="{FF2B5EF4-FFF2-40B4-BE49-F238E27FC236}">
                <a16:creationId xmlns:a16="http://schemas.microsoft.com/office/drawing/2014/main" id="{B52DDEEE-A2C6-6603-3B64-0F11D4E4A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145" y="789591"/>
            <a:ext cx="1053561" cy="104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A1CA9A5-89E7-4365-AF94-B9A6B1CB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119" y="2191554"/>
            <a:ext cx="9374026" cy="45112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8F69EBF-23E7-A7B2-F3A2-D7EC05179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3555" y="2090707"/>
            <a:ext cx="4357101" cy="46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9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73AE3-B121-232C-D4D9-F6BE4A2C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Juge Arbitre</a:t>
            </a:r>
          </a:p>
        </p:txBody>
      </p:sp>
      <p:pic>
        <p:nvPicPr>
          <p:cNvPr id="2050" name="Picture 2" descr="Arbitre">
            <a:extLst>
              <a:ext uri="{FF2B5EF4-FFF2-40B4-BE49-F238E27FC236}">
                <a16:creationId xmlns:a16="http://schemas.microsoft.com/office/drawing/2014/main" id="{B491C557-E6A7-804D-9274-518259E2C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2030" y="673147"/>
            <a:ext cx="1171006" cy="116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8C072AA-E7AD-7D7A-6DE3-806F10AD4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735" y="2068876"/>
            <a:ext cx="9764691" cy="470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226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73AE3-B121-232C-D4D9-F6BE4A2C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Juge Arbitre</a:t>
            </a:r>
          </a:p>
        </p:txBody>
      </p:sp>
      <p:pic>
        <p:nvPicPr>
          <p:cNvPr id="2050" name="Picture 2" descr="Arbitre">
            <a:extLst>
              <a:ext uri="{FF2B5EF4-FFF2-40B4-BE49-F238E27FC236}">
                <a16:creationId xmlns:a16="http://schemas.microsoft.com/office/drawing/2014/main" id="{B491C557-E6A7-804D-9274-518259E2C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2030" y="673147"/>
            <a:ext cx="1171006" cy="116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9A4E7E0-DC1B-0D5F-3DB1-CB08A788C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646" y="4541757"/>
            <a:ext cx="743054" cy="41915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846E0A2-798B-EF82-AF15-369191244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54" y="3346695"/>
            <a:ext cx="3781953" cy="244826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63ECFC0-62E6-A1A3-C035-619F7A43E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466" y="3599975"/>
            <a:ext cx="4029637" cy="40010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17A73A6-8810-8CDE-31EB-184785ED1A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9972" y="2620088"/>
            <a:ext cx="7611537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55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73AE3-B121-232C-D4D9-F6BE4A2C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Juge Arbitre</a:t>
            </a:r>
          </a:p>
        </p:txBody>
      </p:sp>
      <p:pic>
        <p:nvPicPr>
          <p:cNvPr id="2050" name="Picture 2" descr="Arbitre">
            <a:extLst>
              <a:ext uri="{FF2B5EF4-FFF2-40B4-BE49-F238E27FC236}">
                <a16:creationId xmlns:a16="http://schemas.microsoft.com/office/drawing/2014/main" id="{B491C557-E6A7-804D-9274-518259E2C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2030" y="673147"/>
            <a:ext cx="1171006" cy="116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0596B0E-8137-557B-18C8-8E311322C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209" y="1754513"/>
            <a:ext cx="7204237" cy="482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120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D4B57F-2449-8012-12CC-ACCF4282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Disponibilités JA</a:t>
            </a:r>
          </a:p>
        </p:txBody>
      </p:sp>
      <p:pic>
        <p:nvPicPr>
          <p:cNvPr id="3074" name="Picture 2" descr="Disponibilités JA">
            <a:extLst>
              <a:ext uri="{FF2B5EF4-FFF2-40B4-BE49-F238E27FC236}">
                <a16:creationId xmlns:a16="http://schemas.microsoft.com/office/drawing/2014/main" id="{11909562-16B8-3838-F899-1B87CA15D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3760" y="753228"/>
            <a:ext cx="1092010" cy="113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4F137E4-91DF-0507-EC0F-439EBB065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34" y="1726352"/>
            <a:ext cx="10271620" cy="495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598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D4B57F-2449-8012-12CC-ACCF4282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Disponibilités JA</a:t>
            </a:r>
          </a:p>
        </p:txBody>
      </p:sp>
      <p:pic>
        <p:nvPicPr>
          <p:cNvPr id="3074" name="Picture 2" descr="Disponibilités JA">
            <a:extLst>
              <a:ext uri="{FF2B5EF4-FFF2-40B4-BE49-F238E27FC236}">
                <a16:creationId xmlns:a16="http://schemas.microsoft.com/office/drawing/2014/main" id="{11909562-16B8-3838-F899-1B87CA15D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3760" y="753228"/>
            <a:ext cx="1092010" cy="113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AB49EDF-1A92-E9B3-5985-87F0426F0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223" y="2128956"/>
            <a:ext cx="3760105" cy="389004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2B64E45-33C1-2F45-A07D-746A0916C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8416" y="2304739"/>
            <a:ext cx="6947277" cy="65657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4C3AE98-DC02-699A-355E-553CEB0E1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5563" y="3244133"/>
            <a:ext cx="2229161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19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D4B57F-2449-8012-12CC-ACCF4282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Disponibilités JA</a:t>
            </a:r>
          </a:p>
        </p:txBody>
      </p:sp>
      <p:pic>
        <p:nvPicPr>
          <p:cNvPr id="3074" name="Picture 2" descr="Disponibilités JA">
            <a:extLst>
              <a:ext uri="{FF2B5EF4-FFF2-40B4-BE49-F238E27FC236}">
                <a16:creationId xmlns:a16="http://schemas.microsoft.com/office/drawing/2014/main" id="{11909562-16B8-3838-F899-1B87CA15D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3760" y="753228"/>
            <a:ext cx="1092010" cy="113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BF79E6E-C26C-856A-4F2E-84E6F6902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23" y="1739330"/>
            <a:ext cx="10354800" cy="498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459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D4B57F-2449-8012-12CC-ACCF4282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Disponibilités JA</a:t>
            </a:r>
          </a:p>
        </p:txBody>
      </p:sp>
      <p:pic>
        <p:nvPicPr>
          <p:cNvPr id="3074" name="Picture 2" descr="Disponibilités JA">
            <a:extLst>
              <a:ext uri="{FF2B5EF4-FFF2-40B4-BE49-F238E27FC236}">
                <a16:creationId xmlns:a16="http://schemas.microsoft.com/office/drawing/2014/main" id="{11909562-16B8-3838-F899-1B87CA15D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3760" y="753228"/>
            <a:ext cx="1092010" cy="113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6A159CC-BC97-A655-0471-F51244BEA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6" y="1766142"/>
            <a:ext cx="10403625" cy="501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153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D4B57F-2449-8012-12CC-ACCF4282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Disponibilités JA</a:t>
            </a:r>
          </a:p>
        </p:txBody>
      </p:sp>
      <p:pic>
        <p:nvPicPr>
          <p:cNvPr id="3074" name="Picture 2" descr="Disponibilités JA">
            <a:extLst>
              <a:ext uri="{FF2B5EF4-FFF2-40B4-BE49-F238E27FC236}">
                <a16:creationId xmlns:a16="http://schemas.microsoft.com/office/drawing/2014/main" id="{11909562-16B8-3838-F899-1B87CA15D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3760" y="753228"/>
            <a:ext cx="1092010" cy="113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6A159CC-BC97-A655-0471-F51244BEA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6" y="1766142"/>
            <a:ext cx="10403625" cy="501216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9B7404F-A5A6-6112-520D-8360C5176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153" y="3847894"/>
            <a:ext cx="7668695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13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A944C-650E-872F-CDEB-F23DCF579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Désidératas Clubs</a:t>
            </a:r>
          </a:p>
        </p:txBody>
      </p:sp>
      <p:pic>
        <p:nvPicPr>
          <p:cNvPr id="4098" name="Picture 2" descr="Import Rencontres">
            <a:extLst>
              <a:ext uri="{FF2B5EF4-FFF2-40B4-BE49-F238E27FC236}">
                <a16:creationId xmlns:a16="http://schemas.microsoft.com/office/drawing/2014/main" id="{6684EB83-F2ED-DCD1-2718-087B4E043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0725" y="689644"/>
            <a:ext cx="1287623" cy="103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4F2B0D0-8A20-BBCD-DF0A-EE2EE0DE6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911" y="2130631"/>
            <a:ext cx="9545814" cy="458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569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8EA9C-CF84-3767-6023-E77D3947C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Nomination JA</a:t>
            </a:r>
          </a:p>
        </p:txBody>
      </p:sp>
      <p:pic>
        <p:nvPicPr>
          <p:cNvPr id="5122" name="Picture 2" descr="Nomination JA">
            <a:extLst>
              <a:ext uri="{FF2B5EF4-FFF2-40B4-BE49-F238E27FC236}">
                <a16:creationId xmlns:a16="http://schemas.microsoft.com/office/drawing/2014/main" id="{76066D18-0978-CA5D-7AD1-C2189B58B62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676289" y="860187"/>
            <a:ext cx="1408444" cy="7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23F93F1-C8F4-9A60-2258-88061CCD6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036" y="2067973"/>
            <a:ext cx="9648250" cy="464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174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DBCE47-2A87-B2E4-868B-7C71124D4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Messagerie</a:t>
            </a:r>
          </a:p>
        </p:txBody>
      </p:sp>
      <p:pic>
        <p:nvPicPr>
          <p:cNvPr id="6146" name="Picture 2" descr="Messagerie">
            <a:extLst>
              <a:ext uri="{FF2B5EF4-FFF2-40B4-BE49-F238E27FC236}">
                <a16:creationId xmlns:a16="http://schemas.microsoft.com/office/drawing/2014/main" id="{5D3D5C73-B4C3-CB83-BB3F-0641FD89994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056" y="753228"/>
            <a:ext cx="1080938" cy="1080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EF57B06-3A85-379C-BBF1-FDE25E83C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20" y="1762466"/>
            <a:ext cx="10289365" cy="495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29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DBCE47-2A87-B2E4-868B-7C71124D4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Messagerie</a:t>
            </a:r>
          </a:p>
        </p:txBody>
      </p:sp>
      <p:pic>
        <p:nvPicPr>
          <p:cNvPr id="6146" name="Picture 2" descr="Messagerie">
            <a:extLst>
              <a:ext uri="{FF2B5EF4-FFF2-40B4-BE49-F238E27FC236}">
                <a16:creationId xmlns:a16="http://schemas.microsoft.com/office/drawing/2014/main" id="{5D3D5C73-B4C3-CB83-BB3F-0641FD89994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056" y="753228"/>
            <a:ext cx="1080938" cy="1080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9C4B344-9E06-3248-1146-9F2584261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04" y="1834166"/>
            <a:ext cx="8049748" cy="294363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3E3E180-CB53-1B2B-B891-16F0CD5EF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571" y="4561318"/>
            <a:ext cx="9964541" cy="21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767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F692DC-0B03-A67F-6C7C-D6643BC6A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Centre d’envoi</a:t>
            </a:r>
          </a:p>
        </p:txBody>
      </p:sp>
      <p:pic>
        <p:nvPicPr>
          <p:cNvPr id="7170" name="Picture 2" descr="Centre d'envoi">
            <a:extLst>
              <a:ext uri="{FF2B5EF4-FFF2-40B4-BE49-F238E27FC236}">
                <a16:creationId xmlns:a16="http://schemas.microsoft.com/office/drawing/2014/main" id="{5C07D2D0-D00C-CB33-4908-1BA30806940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462" y="702388"/>
            <a:ext cx="1470870" cy="1131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A9B126-1D38-F885-4854-45496FE4B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47" y="1700732"/>
            <a:ext cx="10030515" cy="499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824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2EF265-FED7-F930-DB1B-DFA67A7C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Comptabilité</a:t>
            </a:r>
          </a:p>
        </p:txBody>
      </p:sp>
      <p:pic>
        <p:nvPicPr>
          <p:cNvPr id="8194" name="Picture 2" descr="Comptabilite">
            <a:extLst>
              <a:ext uri="{FF2B5EF4-FFF2-40B4-BE49-F238E27FC236}">
                <a16:creationId xmlns:a16="http://schemas.microsoft.com/office/drawing/2014/main" id="{D24A8663-8036-9D28-A6A3-1D807EB96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770" y="753228"/>
            <a:ext cx="1241180" cy="1055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542A1A-5353-CFC0-F4C9-9BC24EF73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554" y="2063859"/>
            <a:ext cx="9754512" cy="468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821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F09D7F-A1D7-A0A6-81DF-81B6D3AA7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Statistique JA</a:t>
            </a:r>
          </a:p>
        </p:txBody>
      </p:sp>
      <p:pic>
        <p:nvPicPr>
          <p:cNvPr id="9218" name="Picture 2" descr="Statistiques JA">
            <a:extLst>
              <a:ext uri="{FF2B5EF4-FFF2-40B4-BE49-F238E27FC236}">
                <a16:creationId xmlns:a16="http://schemas.microsoft.com/office/drawing/2014/main" id="{DF353A19-AF1F-936C-0446-18EE8D09154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519" y="920273"/>
            <a:ext cx="1341931" cy="740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B07F5A8-61B5-608A-8857-1F909C5C8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569" y="2034015"/>
            <a:ext cx="9840286" cy="4737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667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D3C63-4AE0-2CC3-DFDC-87CB96EE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 déconnecter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F77055-FDEE-34FA-D127-65B3F1351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415" y="2990044"/>
            <a:ext cx="9613861" cy="2033791"/>
          </a:xfrm>
        </p:spPr>
        <p:txBody>
          <a:bodyPr>
            <a:normAutofit/>
          </a:bodyPr>
          <a:lstStyle/>
          <a:p>
            <a:r>
              <a:rPr lang="fr-FR" sz="3600" dirty="0"/>
              <a:t>C’est la fin de cette présentation.</a:t>
            </a:r>
          </a:p>
          <a:p>
            <a:endParaRPr lang="fr-FR" sz="3600" dirty="0"/>
          </a:p>
          <a:p>
            <a:r>
              <a:rPr lang="fr-FR" sz="3600" dirty="0"/>
              <a:t>J’attend vos questions ?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97D8B7C-C470-8536-74AA-7171DADA3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5276" y="753227"/>
            <a:ext cx="1438592" cy="98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69573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{DB8AD593-81EF-43E2-B32B-A064D2496F84}TF6e1c0bd6-43b7-4cba-aa12-42a64460605487e64c02-6290c346a8d5</Template>
  <TotalTime>194</TotalTime>
  <Words>61</Words>
  <Application>Microsoft Office PowerPoint</Application>
  <PresentationFormat>Grand écran</PresentationFormat>
  <Paragraphs>25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4" baseType="lpstr">
      <vt:lpstr>Arial</vt:lpstr>
      <vt:lpstr>Trebuchet MS</vt:lpstr>
      <vt:lpstr>Berlin</vt:lpstr>
      <vt:lpstr>NIJAC</vt:lpstr>
      <vt:lpstr>Ecran de connexion</vt:lpstr>
      <vt:lpstr>Le menu principal</vt:lpstr>
      <vt:lpstr>Le menu principal</vt:lpstr>
      <vt:lpstr>Le menu principal</vt:lpstr>
      <vt:lpstr>Juge Arbitre</vt:lpstr>
      <vt:lpstr>Juge Arbitre</vt:lpstr>
      <vt:lpstr>Juge Arbitre</vt:lpstr>
      <vt:lpstr>Disponibilités JA</vt:lpstr>
      <vt:lpstr>Disponibilités JA</vt:lpstr>
      <vt:lpstr>Disponibilités JA</vt:lpstr>
      <vt:lpstr>Disponibilités JA</vt:lpstr>
      <vt:lpstr>Disponibilités JA</vt:lpstr>
      <vt:lpstr>Désidératas Clubs</vt:lpstr>
      <vt:lpstr>Nomination JA</vt:lpstr>
      <vt:lpstr>Messagerie</vt:lpstr>
      <vt:lpstr>Messagerie</vt:lpstr>
      <vt:lpstr>Centre d’envoi</vt:lpstr>
      <vt:lpstr>Comptabilité</vt:lpstr>
      <vt:lpstr>Statistique JA</vt:lpstr>
      <vt:lpstr>Se déconnecter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CHAUTARD</dc:creator>
  <cp:lastModifiedBy>Patrick CHAUTARD</cp:lastModifiedBy>
  <cp:revision>22</cp:revision>
  <dcterms:created xsi:type="dcterms:W3CDTF">2026-07-10T05:24:16Z</dcterms:created>
  <dcterms:modified xsi:type="dcterms:W3CDTF">2026-07-26T07:31:58Z</dcterms:modified>
</cp:coreProperties>
</file>