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71" r:id="rId9"/>
    <p:sldId id="272" r:id="rId10"/>
    <p:sldId id="261" r:id="rId11"/>
    <p:sldId id="262" r:id="rId12"/>
    <p:sldId id="263" r:id="rId13"/>
    <p:sldId id="268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0E9F06-A2F9-38C6-5B7C-29262005EA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fr-FR" dirty="0"/>
              <a:t>NIJAC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4E72AE-BA88-F781-F5C8-F0151F999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algn="ctr"/>
            <a:r>
              <a:rPr lang="fr-FR" dirty="0"/>
              <a:t>Nomination Informatisé des Juge Arbitre pour les </a:t>
            </a:r>
            <a:r>
              <a:rPr lang="fr-FR" dirty="0" err="1"/>
              <a:t>Championats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1798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C19F1-4CC6-B777-3F9E-B52C599B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Ecran de connexion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FD7D32C-D8EB-932A-2006-B1943CF5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015" y="753228"/>
            <a:ext cx="922128" cy="102476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4EAEC1C-1EA4-7DF2-85AB-059C33EAE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018" y="2336873"/>
            <a:ext cx="53340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564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6ECDA-40C3-3289-8330-1CE954610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menu principal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8430F63-C89C-E22E-45C4-7EF9DA109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131" y="2153535"/>
            <a:ext cx="9376014" cy="4507324"/>
          </a:xfrm>
          <a:prstGeom prst="rect">
            <a:avLst/>
          </a:prstGeom>
        </p:spPr>
      </p:pic>
      <p:pic>
        <p:nvPicPr>
          <p:cNvPr id="1026" name="Picture 2" descr="Arbitre">
            <a:extLst>
              <a:ext uri="{FF2B5EF4-FFF2-40B4-BE49-F238E27FC236}">
                <a16:creationId xmlns:a16="http://schemas.microsoft.com/office/drawing/2014/main" id="{B52DDEEE-A2C6-6603-3B64-0F11D4E4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145" y="789591"/>
            <a:ext cx="1053561" cy="104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73AE3-B121-232C-D4D9-F6BE4A2C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Juge Arbitre</a:t>
            </a:r>
          </a:p>
        </p:txBody>
      </p:sp>
      <p:pic>
        <p:nvPicPr>
          <p:cNvPr id="2050" name="Picture 2" descr="Arbitre">
            <a:extLst>
              <a:ext uri="{FF2B5EF4-FFF2-40B4-BE49-F238E27FC236}">
                <a16:creationId xmlns:a16="http://schemas.microsoft.com/office/drawing/2014/main" id="{B491C557-E6A7-804D-9274-518259E2C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030" y="673147"/>
            <a:ext cx="1171006" cy="116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FE1B73-FF33-25AA-7056-F5E7F395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127" y="2125699"/>
            <a:ext cx="9613861" cy="462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2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73AE3-B121-232C-D4D9-F6BE4A2C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Juge Arbitre</a:t>
            </a:r>
          </a:p>
        </p:txBody>
      </p:sp>
      <p:pic>
        <p:nvPicPr>
          <p:cNvPr id="2050" name="Picture 2" descr="Arbitre">
            <a:extLst>
              <a:ext uri="{FF2B5EF4-FFF2-40B4-BE49-F238E27FC236}">
                <a16:creationId xmlns:a16="http://schemas.microsoft.com/office/drawing/2014/main" id="{B491C557-E6A7-804D-9274-518259E2C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030" y="673147"/>
            <a:ext cx="1171006" cy="116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3CB2D14-BF59-8BB2-A94B-1955F7837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64" y="2967460"/>
            <a:ext cx="3902623" cy="24844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9A4E7E0-DC1B-0D5F-3DB1-CB08A788C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9982" y="4000081"/>
            <a:ext cx="743054" cy="41915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2AF7216-5E29-A96F-9F65-6B0C08F05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87" y="2343486"/>
            <a:ext cx="7430537" cy="40963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710F0CD-B16C-6C43-B1AF-FF546CFB0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875" y="3052859"/>
            <a:ext cx="7506748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57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73AE3-B121-232C-D4D9-F6BE4A2C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Juge Arbitre</a:t>
            </a:r>
          </a:p>
        </p:txBody>
      </p:sp>
      <p:pic>
        <p:nvPicPr>
          <p:cNvPr id="2050" name="Picture 2" descr="Arbitre">
            <a:extLst>
              <a:ext uri="{FF2B5EF4-FFF2-40B4-BE49-F238E27FC236}">
                <a16:creationId xmlns:a16="http://schemas.microsoft.com/office/drawing/2014/main" id="{B491C557-E6A7-804D-9274-518259E2C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030" y="673147"/>
            <a:ext cx="1171006" cy="116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6BD1D5B-7A5F-36AB-7C5F-51B3EB2E8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323" y="2182426"/>
            <a:ext cx="6672288" cy="447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0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4B57F-2449-8012-12CC-ACCF4282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Disponibilités JA</a:t>
            </a:r>
          </a:p>
        </p:txBody>
      </p:sp>
      <p:pic>
        <p:nvPicPr>
          <p:cNvPr id="3074" name="Picture 2" descr="Disponibilités JA">
            <a:extLst>
              <a:ext uri="{FF2B5EF4-FFF2-40B4-BE49-F238E27FC236}">
                <a16:creationId xmlns:a16="http://schemas.microsoft.com/office/drawing/2014/main" id="{11909562-16B8-3838-F899-1B87CA15D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760" y="753228"/>
            <a:ext cx="1092010" cy="113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D294D9A-9F03-2365-0FFE-88B91C891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239" y="2069053"/>
            <a:ext cx="9597051" cy="460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98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4B57F-2449-8012-12CC-ACCF4282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Disponibilités JA</a:t>
            </a:r>
          </a:p>
        </p:txBody>
      </p:sp>
      <p:pic>
        <p:nvPicPr>
          <p:cNvPr id="3074" name="Picture 2" descr="Disponibilités JA">
            <a:extLst>
              <a:ext uri="{FF2B5EF4-FFF2-40B4-BE49-F238E27FC236}">
                <a16:creationId xmlns:a16="http://schemas.microsoft.com/office/drawing/2014/main" id="{11909562-16B8-3838-F899-1B87CA15D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760" y="753228"/>
            <a:ext cx="1092010" cy="113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AB49EDF-1A92-E9B3-5985-87F0426F0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23" y="2128956"/>
            <a:ext cx="3760105" cy="38900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2B64E45-33C1-2F45-A07D-746A0916C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416" y="2304739"/>
            <a:ext cx="6947277" cy="65657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4C3AE98-DC02-699A-355E-553CEB0E1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563" y="3244133"/>
            <a:ext cx="2229161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1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4B57F-2449-8012-12CC-ACCF4282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Disponibilités JA</a:t>
            </a:r>
          </a:p>
        </p:txBody>
      </p:sp>
      <p:pic>
        <p:nvPicPr>
          <p:cNvPr id="3074" name="Picture 2" descr="Disponibilités JA">
            <a:extLst>
              <a:ext uri="{FF2B5EF4-FFF2-40B4-BE49-F238E27FC236}">
                <a16:creationId xmlns:a16="http://schemas.microsoft.com/office/drawing/2014/main" id="{11909562-16B8-3838-F899-1B87CA15D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760" y="753228"/>
            <a:ext cx="1092010" cy="113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23E5EB9-2120-73EA-3D13-359B9B673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133" y="2236680"/>
            <a:ext cx="8899917" cy="428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5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CA944C-650E-872F-CDEB-F23DCF57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Désidératas Clubs</a:t>
            </a:r>
          </a:p>
        </p:txBody>
      </p:sp>
      <p:pic>
        <p:nvPicPr>
          <p:cNvPr id="4098" name="Picture 2" descr="Import Rencontres">
            <a:extLst>
              <a:ext uri="{FF2B5EF4-FFF2-40B4-BE49-F238E27FC236}">
                <a16:creationId xmlns:a16="http://schemas.microsoft.com/office/drawing/2014/main" id="{6684EB83-F2ED-DCD1-2718-087B4E043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725" y="689644"/>
            <a:ext cx="1287623" cy="1030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4F2B0D0-8A20-BBCD-DF0A-EE2EE0DE6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911" y="2130631"/>
            <a:ext cx="9545814" cy="458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69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8EA9C-CF84-3767-6023-E77D3947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Nomination JA</a:t>
            </a:r>
          </a:p>
        </p:txBody>
      </p:sp>
      <p:pic>
        <p:nvPicPr>
          <p:cNvPr id="5122" name="Picture 2" descr="Nomination JA">
            <a:extLst>
              <a:ext uri="{FF2B5EF4-FFF2-40B4-BE49-F238E27FC236}">
                <a16:creationId xmlns:a16="http://schemas.microsoft.com/office/drawing/2014/main" id="{76066D18-0978-CA5D-7AD1-C2189B58B6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76289" y="860187"/>
            <a:ext cx="1408444" cy="79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23F93F1-C8F4-9A60-2258-88061CCD6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036" y="2067973"/>
            <a:ext cx="9648250" cy="464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74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BCE47-2A87-B2E4-868B-7C71124D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Messagerie</a:t>
            </a:r>
          </a:p>
        </p:txBody>
      </p:sp>
      <p:pic>
        <p:nvPicPr>
          <p:cNvPr id="6146" name="Picture 2" descr="Messagerie">
            <a:extLst>
              <a:ext uri="{FF2B5EF4-FFF2-40B4-BE49-F238E27FC236}">
                <a16:creationId xmlns:a16="http://schemas.microsoft.com/office/drawing/2014/main" id="{5D3D5C73-B4C3-CB83-BB3F-0641FD8999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056" y="753228"/>
            <a:ext cx="1080938" cy="108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939DCA9-5C8A-3BB1-2598-F34F52195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75" y="2088263"/>
            <a:ext cx="9658381" cy="464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9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BCE47-2A87-B2E4-868B-7C71124D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Messagerie</a:t>
            </a:r>
          </a:p>
        </p:txBody>
      </p:sp>
      <p:pic>
        <p:nvPicPr>
          <p:cNvPr id="6146" name="Picture 2" descr="Messagerie">
            <a:extLst>
              <a:ext uri="{FF2B5EF4-FFF2-40B4-BE49-F238E27FC236}">
                <a16:creationId xmlns:a16="http://schemas.microsoft.com/office/drawing/2014/main" id="{5D3D5C73-B4C3-CB83-BB3F-0641FD8999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056" y="753228"/>
            <a:ext cx="1080938" cy="108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6A629EB-B976-1C2D-AE7A-1CF0ECC5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903" y="2058552"/>
            <a:ext cx="9660850" cy="464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67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F692DC-0B03-A67F-6C7C-D6643BC6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Centre d’envoi</a:t>
            </a:r>
          </a:p>
        </p:txBody>
      </p:sp>
      <p:pic>
        <p:nvPicPr>
          <p:cNvPr id="7170" name="Picture 2" descr="Centre d'envoi">
            <a:extLst>
              <a:ext uri="{FF2B5EF4-FFF2-40B4-BE49-F238E27FC236}">
                <a16:creationId xmlns:a16="http://schemas.microsoft.com/office/drawing/2014/main" id="{5C07D2D0-D00C-CB33-4908-1BA3080694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462" y="702388"/>
            <a:ext cx="1470870" cy="1131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02C6DB1-9911-56DE-2049-CCE208CFD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630" y="2132522"/>
            <a:ext cx="9557618" cy="458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24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2EF265-FED7-F930-DB1B-DFA67A7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Comptabilité</a:t>
            </a:r>
          </a:p>
        </p:txBody>
      </p:sp>
      <p:pic>
        <p:nvPicPr>
          <p:cNvPr id="8194" name="Picture 2" descr="Comptabilite">
            <a:extLst>
              <a:ext uri="{FF2B5EF4-FFF2-40B4-BE49-F238E27FC236}">
                <a16:creationId xmlns:a16="http://schemas.microsoft.com/office/drawing/2014/main" id="{D24A8663-8036-9D28-A6A3-1D807EB96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770" y="753228"/>
            <a:ext cx="1241180" cy="105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7542A1A-5353-CFC0-F4C9-9BC24EF73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554" y="2063859"/>
            <a:ext cx="9754512" cy="468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21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F09D7F-A1D7-A0A6-81DF-81B6D3AA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Statistique JA</a:t>
            </a:r>
          </a:p>
        </p:txBody>
      </p:sp>
      <p:pic>
        <p:nvPicPr>
          <p:cNvPr id="9218" name="Picture 2" descr="Statistiques JA">
            <a:extLst>
              <a:ext uri="{FF2B5EF4-FFF2-40B4-BE49-F238E27FC236}">
                <a16:creationId xmlns:a16="http://schemas.microsoft.com/office/drawing/2014/main" id="{DF353A19-AF1F-936C-0446-18EE8D0915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519" y="920273"/>
            <a:ext cx="1341931" cy="74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B07F5A8-61B5-608A-8857-1F909C5C8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69" y="2034015"/>
            <a:ext cx="9840286" cy="47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67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D3C63-4AE0-2CC3-DFDC-87CB96EE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 déconnecter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F77055-FDEE-34FA-D127-65B3F1351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2033791"/>
          </a:xfrm>
        </p:spPr>
        <p:txBody>
          <a:bodyPr>
            <a:normAutofit/>
          </a:bodyPr>
          <a:lstStyle/>
          <a:p>
            <a:r>
              <a:rPr lang="fr-FR" sz="3600" dirty="0"/>
              <a:t>C’est la fin de cette présentation.</a:t>
            </a:r>
          </a:p>
          <a:p>
            <a:endParaRPr lang="fr-FR" sz="3600" dirty="0"/>
          </a:p>
          <a:p>
            <a:r>
              <a:rPr lang="fr-FR" sz="3600" dirty="0"/>
              <a:t>J’attend vos questions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5C32665-54BA-FEB5-A57D-C0B75E92F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787" y="769749"/>
            <a:ext cx="1086002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6957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{DB8AD593-81EF-43E2-B32B-A064D2496F84}TF6e1c0bd6-43b7-4cba-aa12-42a64460605487e64c02-6290c346a8d5</Template>
  <TotalTime>147</TotalTime>
  <Words>51</Words>
  <Application>Microsoft Office PowerPoint</Application>
  <PresentationFormat>Grand écran</PresentationFormat>
  <Paragraphs>21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Trebuchet MS</vt:lpstr>
      <vt:lpstr>Berlin</vt:lpstr>
      <vt:lpstr>NIJAC</vt:lpstr>
      <vt:lpstr>Ecran de connexion</vt:lpstr>
      <vt:lpstr>Le menu principal</vt:lpstr>
      <vt:lpstr>Juge Arbitre</vt:lpstr>
      <vt:lpstr>Juge Arbitre</vt:lpstr>
      <vt:lpstr>Juge Arbitre</vt:lpstr>
      <vt:lpstr>Disponibilités JA</vt:lpstr>
      <vt:lpstr>Disponibilités JA</vt:lpstr>
      <vt:lpstr>Disponibilités JA</vt:lpstr>
      <vt:lpstr>Désidératas Clubs</vt:lpstr>
      <vt:lpstr>Nomination JA</vt:lpstr>
      <vt:lpstr>Messagerie</vt:lpstr>
      <vt:lpstr>Messagerie</vt:lpstr>
      <vt:lpstr>Centre d’envoi</vt:lpstr>
      <vt:lpstr>Comptabilité</vt:lpstr>
      <vt:lpstr>Statistique JA</vt:lpstr>
      <vt:lpstr>Se déconnecter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CHAUTARD</dc:creator>
  <cp:lastModifiedBy>Patrick CHAUTARD</cp:lastModifiedBy>
  <cp:revision>14</cp:revision>
  <dcterms:created xsi:type="dcterms:W3CDTF">2026-07-10T05:24:16Z</dcterms:created>
  <dcterms:modified xsi:type="dcterms:W3CDTF">2026-07-10T07:51:32Z</dcterms:modified>
</cp:coreProperties>
</file>